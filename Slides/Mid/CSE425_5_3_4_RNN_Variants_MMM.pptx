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 rot="5400000">
            <a:off x="4729957" y="2174082"/>
            <a:ext cx="585628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 rot="5400000">
            <a:off x="538956" y="192881"/>
            <a:ext cx="5856287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10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071562" y="304800"/>
            <a:ext cx="7615237" cy="1106487"/>
            <a:chOff x="675" y="192"/>
            <a:chExt cx="4797" cy="697"/>
          </a:xfrm>
        </p:grpSpPr>
        <p:sp>
          <p:nvSpPr>
            <p:cNvPr id="11" name="Google Shape;11;p1"/>
            <p:cNvSpPr/>
            <p:nvPr/>
          </p:nvSpPr>
          <p:spPr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flipH="1">
              <a:off x="3984" y="192"/>
              <a:ext cx="695" cy="696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flipH="1">
              <a:off x="1486" y="192"/>
              <a:ext cx="695" cy="696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Noto Sans Symbols"/>
              <a:buChar char="⚪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" name="Google Shape;2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/>
        </p:nvSpPr>
        <p:spPr>
          <a:xfrm>
            <a:off x="152400" y="152400"/>
            <a:ext cx="2971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Deep RNN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>
            <a:off x="1592262" y="4884737"/>
            <a:ext cx="930275" cy="93186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0" name="Google Shape;90;p12"/>
          <p:cNvSpPr txBox="1"/>
          <p:nvPr/>
        </p:nvSpPr>
        <p:spPr>
          <a:xfrm>
            <a:off x="627062" y="4884737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946400" y="4906962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1592262" y="3998912"/>
            <a:ext cx="930275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3" name="Google Shape;93;p12"/>
          <p:cNvSpPr txBox="1"/>
          <p:nvPr/>
        </p:nvSpPr>
        <p:spPr>
          <a:xfrm>
            <a:off x="1592262" y="6207125"/>
            <a:ext cx="930275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94" name="Google Shape;94;p12"/>
          <p:cNvCxnSpPr/>
          <p:nvPr/>
        </p:nvCxnSpPr>
        <p:spPr>
          <a:xfrm>
            <a:off x="1185862" y="5356225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5" name="Google Shape;95;p12"/>
          <p:cNvCxnSpPr/>
          <p:nvPr/>
        </p:nvCxnSpPr>
        <p:spPr>
          <a:xfrm>
            <a:off x="2557462" y="5373687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6" name="Google Shape;96;p12"/>
          <p:cNvCxnSpPr/>
          <p:nvPr/>
        </p:nvCxnSpPr>
        <p:spPr>
          <a:xfrm rot="-5400000">
            <a:off x="1880393" y="4675981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7" name="Google Shape;97;p12"/>
          <p:cNvCxnSpPr/>
          <p:nvPr/>
        </p:nvCxnSpPr>
        <p:spPr>
          <a:xfrm rot="-5400000">
            <a:off x="1880393" y="6011068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8" name="Google Shape;98;p12"/>
          <p:cNvSpPr txBox="1"/>
          <p:nvPr/>
        </p:nvSpPr>
        <p:spPr>
          <a:xfrm>
            <a:off x="3878262" y="4913312"/>
            <a:ext cx="930275" cy="93186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5232400" y="4937125"/>
            <a:ext cx="508000" cy="93027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3878262" y="4027487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3878262" y="6235700"/>
            <a:ext cx="930275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02" name="Google Shape;102;p12"/>
          <p:cNvCxnSpPr/>
          <p:nvPr/>
        </p:nvCxnSpPr>
        <p:spPr>
          <a:xfrm>
            <a:off x="3471862" y="5384800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3" name="Google Shape;103;p12"/>
          <p:cNvCxnSpPr/>
          <p:nvPr/>
        </p:nvCxnSpPr>
        <p:spPr>
          <a:xfrm>
            <a:off x="4843462" y="5402262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4" name="Google Shape;104;p12"/>
          <p:cNvCxnSpPr/>
          <p:nvPr/>
        </p:nvCxnSpPr>
        <p:spPr>
          <a:xfrm rot="-5400000">
            <a:off x="4165600" y="4705350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5" name="Google Shape;105;p12"/>
          <p:cNvCxnSpPr/>
          <p:nvPr/>
        </p:nvCxnSpPr>
        <p:spPr>
          <a:xfrm rot="-5400000">
            <a:off x="4166393" y="6039643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6" name="Google Shape;106;p12"/>
          <p:cNvSpPr txBox="1"/>
          <p:nvPr/>
        </p:nvSpPr>
        <p:spPr>
          <a:xfrm>
            <a:off x="6197600" y="4918075"/>
            <a:ext cx="931862" cy="93186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7551737" y="4941887"/>
            <a:ext cx="508000" cy="93027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6197600" y="4032250"/>
            <a:ext cx="931862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9" name="Google Shape;109;p12"/>
          <p:cNvSpPr txBox="1"/>
          <p:nvPr/>
        </p:nvSpPr>
        <p:spPr>
          <a:xfrm>
            <a:off x="6197600" y="6240462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10" name="Google Shape;110;p12"/>
          <p:cNvCxnSpPr/>
          <p:nvPr/>
        </p:nvCxnSpPr>
        <p:spPr>
          <a:xfrm>
            <a:off x="5791200" y="5389562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1" name="Google Shape;111;p12"/>
          <p:cNvCxnSpPr/>
          <p:nvPr/>
        </p:nvCxnSpPr>
        <p:spPr>
          <a:xfrm>
            <a:off x="7162800" y="5407025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2" name="Google Shape;112;p12"/>
          <p:cNvCxnSpPr/>
          <p:nvPr/>
        </p:nvCxnSpPr>
        <p:spPr>
          <a:xfrm rot="-5400000">
            <a:off x="6484937" y="4710112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3" name="Google Shape;113;p12"/>
          <p:cNvCxnSpPr/>
          <p:nvPr/>
        </p:nvCxnSpPr>
        <p:spPr>
          <a:xfrm rot="-5400000">
            <a:off x="6485731" y="6044406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4" name="Google Shape;114;p12"/>
          <p:cNvSpPr txBox="1"/>
          <p:nvPr/>
        </p:nvSpPr>
        <p:spPr>
          <a:xfrm>
            <a:off x="8113712" y="5087937"/>
            <a:ext cx="9318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1574800" y="2643187"/>
            <a:ext cx="931862" cy="930275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609600" y="2643187"/>
            <a:ext cx="508000" cy="930275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2928937" y="2665412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1574800" y="1757362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19" name="Google Shape;119;p12"/>
          <p:cNvCxnSpPr/>
          <p:nvPr/>
        </p:nvCxnSpPr>
        <p:spPr>
          <a:xfrm>
            <a:off x="1168400" y="3114675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0" name="Google Shape;120;p12"/>
          <p:cNvCxnSpPr/>
          <p:nvPr/>
        </p:nvCxnSpPr>
        <p:spPr>
          <a:xfrm>
            <a:off x="2540000" y="3130550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1" name="Google Shape;121;p12"/>
          <p:cNvCxnSpPr/>
          <p:nvPr/>
        </p:nvCxnSpPr>
        <p:spPr>
          <a:xfrm rot="-5400000">
            <a:off x="1862931" y="2434431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2" name="Google Shape;122;p12"/>
          <p:cNvCxnSpPr/>
          <p:nvPr/>
        </p:nvCxnSpPr>
        <p:spPr>
          <a:xfrm rot="-5400000">
            <a:off x="1862137" y="3768725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3" name="Google Shape;123;p12"/>
          <p:cNvSpPr txBox="1"/>
          <p:nvPr/>
        </p:nvSpPr>
        <p:spPr>
          <a:xfrm>
            <a:off x="3860800" y="2671762"/>
            <a:ext cx="931862" cy="930275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5214937" y="2693987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5" name="Google Shape;125;p12"/>
          <p:cNvSpPr txBox="1"/>
          <p:nvPr/>
        </p:nvSpPr>
        <p:spPr>
          <a:xfrm>
            <a:off x="3860800" y="1785937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26" name="Google Shape;126;p12"/>
          <p:cNvCxnSpPr/>
          <p:nvPr/>
        </p:nvCxnSpPr>
        <p:spPr>
          <a:xfrm>
            <a:off x="3454400" y="3143250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7" name="Google Shape;127;p12"/>
          <p:cNvCxnSpPr/>
          <p:nvPr/>
        </p:nvCxnSpPr>
        <p:spPr>
          <a:xfrm>
            <a:off x="4826000" y="3160712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8" name="Google Shape;128;p12"/>
          <p:cNvCxnSpPr/>
          <p:nvPr/>
        </p:nvCxnSpPr>
        <p:spPr>
          <a:xfrm rot="-5400000">
            <a:off x="4148931" y="2463006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9" name="Google Shape;129;p12"/>
          <p:cNvCxnSpPr/>
          <p:nvPr/>
        </p:nvCxnSpPr>
        <p:spPr>
          <a:xfrm rot="-5400000">
            <a:off x="4148137" y="3797300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0" name="Google Shape;130;p12"/>
          <p:cNvSpPr txBox="1"/>
          <p:nvPr/>
        </p:nvSpPr>
        <p:spPr>
          <a:xfrm>
            <a:off x="6180137" y="2676525"/>
            <a:ext cx="931862" cy="931862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7535862" y="2698750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6180137" y="1790700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33" name="Google Shape;133;p12"/>
          <p:cNvCxnSpPr/>
          <p:nvPr/>
        </p:nvCxnSpPr>
        <p:spPr>
          <a:xfrm>
            <a:off x="5773737" y="3148012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4" name="Google Shape;134;p12"/>
          <p:cNvCxnSpPr/>
          <p:nvPr/>
        </p:nvCxnSpPr>
        <p:spPr>
          <a:xfrm>
            <a:off x="7145337" y="3165475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5" name="Google Shape;135;p12"/>
          <p:cNvCxnSpPr/>
          <p:nvPr/>
        </p:nvCxnSpPr>
        <p:spPr>
          <a:xfrm rot="-5400000">
            <a:off x="6468268" y="2467768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6" name="Google Shape;136;p12"/>
          <p:cNvCxnSpPr/>
          <p:nvPr/>
        </p:nvCxnSpPr>
        <p:spPr>
          <a:xfrm rot="-5400000">
            <a:off x="6468268" y="3802856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7" name="Google Shape;137;p12"/>
          <p:cNvSpPr txBox="1"/>
          <p:nvPr/>
        </p:nvSpPr>
        <p:spPr>
          <a:xfrm>
            <a:off x="8093075" y="2787650"/>
            <a:ext cx="9302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 rot="5400000">
            <a:off x="4244975" y="1250950"/>
            <a:ext cx="434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 rot="5400000">
            <a:off x="6530975" y="1250950"/>
            <a:ext cx="434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40" name="Google Shape;140;p12"/>
          <p:cNvSpPr txBox="1"/>
          <p:nvPr/>
        </p:nvSpPr>
        <p:spPr>
          <a:xfrm rot="5400000">
            <a:off x="1958975" y="1250950"/>
            <a:ext cx="434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8011727" y="666626"/>
            <a:ext cx="484428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4343400" y="457200"/>
            <a:ext cx="36449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h’,y = f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(h,x), g’,z = f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(g,y)</a:t>
            </a:r>
            <a:endParaRPr/>
          </a:p>
        </p:txBody>
      </p:sp>
      <p:sp>
        <p:nvSpPr>
          <p:cNvPr id="143" name="Google Shape;143;p12"/>
          <p:cNvSpPr txBox="1"/>
          <p:nvPr/>
        </p:nvSpPr>
        <p:spPr>
          <a:xfrm>
            <a:off x="8331200" y="4572000"/>
            <a:ext cx="184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/>
        </p:nvSpPr>
        <p:spPr>
          <a:xfrm>
            <a:off x="1795462" y="5060950"/>
            <a:ext cx="930275" cy="93027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830262" y="5060950"/>
            <a:ext cx="508000" cy="93027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149600" y="5083175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1795462" y="4291012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1795462" y="6237287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53" name="Google Shape;153;p13"/>
          <p:cNvCxnSpPr/>
          <p:nvPr/>
        </p:nvCxnSpPr>
        <p:spPr>
          <a:xfrm>
            <a:off x="1389062" y="5532437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4" name="Google Shape;154;p13"/>
          <p:cNvCxnSpPr/>
          <p:nvPr/>
        </p:nvCxnSpPr>
        <p:spPr>
          <a:xfrm>
            <a:off x="2760662" y="5549900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5" name="Google Shape;155;p13"/>
          <p:cNvCxnSpPr/>
          <p:nvPr/>
        </p:nvCxnSpPr>
        <p:spPr>
          <a:xfrm rot="-5400000">
            <a:off x="2143125" y="4911725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6" name="Google Shape;156;p13"/>
          <p:cNvCxnSpPr/>
          <p:nvPr/>
        </p:nvCxnSpPr>
        <p:spPr>
          <a:xfrm rot="-5400000">
            <a:off x="2143125" y="6100762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57" name="Google Shape;157;p13"/>
          <p:cNvSpPr txBox="1"/>
          <p:nvPr/>
        </p:nvSpPr>
        <p:spPr>
          <a:xfrm>
            <a:off x="4081462" y="5089525"/>
            <a:ext cx="930275" cy="93186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5435600" y="5113337"/>
            <a:ext cx="508000" cy="93027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4081462" y="4319587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4081462" y="6265862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61" name="Google Shape;161;p13"/>
          <p:cNvCxnSpPr/>
          <p:nvPr/>
        </p:nvCxnSpPr>
        <p:spPr>
          <a:xfrm>
            <a:off x="3675062" y="5561012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62" name="Google Shape;162;p13"/>
          <p:cNvCxnSpPr/>
          <p:nvPr/>
        </p:nvCxnSpPr>
        <p:spPr>
          <a:xfrm>
            <a:off x="5046662" y="5578475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63" name="Google Shape;163;p13"/>
          <p:cNvCxnSpPr/>
          <p:nvPr/>
        </p:nvCxnSpPr>
        <p:spPr>
          <a:xfrm rot="-5400000">
            <a:off x="4429125" y="4941887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64" name="Google Shape;164;p13"/>
          <p:cNvCxnSpPr/>
          <p:nvPr/>
        </p:nvCxnSpPr>
        <p:spPr>
          <a:xfrm rot="-5400000">
            <a:off x="4429125" y="6130925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65" name="Google Shape;165;p13"/>
          <p:cNvSpPr txBox="1"/>
          <p:nvPr/>
        </p:nvSpPr>
        <p:spPr>
          <a:xfrm>
            <a:off x="6400800" y="5094287"/>
            <a:ext cx="931862" cy="93186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9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7754937" y="5118100"/>
            <a:ext cx="508000" cy="93027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8F8F9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6400800" y="4325937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6400800" y="6272212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69" name="Google Shape;169;p13"/>
          <p:cNvCxnSpPr/>
          <p:nvPr/>
        </p:nvCxnSpPr>
        <p:spPr>
          <a:xfrm>
            <a:off x="5994400" y="5565775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0" name="Google Shape;170;p13"/>
          <p:cNvCxnSpPr/>
          <p:nvPr/>
        </p:nvCxnSpPr>
        <p:spPr>
          <a:xfrm>
            <a:off x="7366000" y="5583237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1" name="Google Shape;171;p13"/>
          <p:cNvCxnSpPr/>
          <p:nvPr/>
        </p:nvCxnSpPr>
        <p:spPr>
          <a:xfrm rot="-5400000">
            <a:off x="6748462" y="4946650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2" name="Google Shape;172;p13"/>
          <p:cNvCxnSpPr/>
          <p:nvPr/>
        </p:nvCxnSpPr>
        <p:spPr>
          <a:xfrm rot="-5400000">
            <a:off x="6748462" y="6135687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73" name="Google Shape;173;p13"/>
          <p:cNvSpPr txBox="1"/>
          <p:nvPr/>
        </p:nvSpPr>
        <p:spPr>
          <a:xfrm>
            <a:off x="1760537" y="1470025"/>
            <a:ext cx="931862" cy="931862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795337" y="1470025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3116262" y="1493837"/>
            <a:ext cx="508000" cy="930275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76" name="Google Shape;176;p13"/>
          <p:cNvCxnSpPr/>
          <p:nvPr/>
        </p:nvCxnSpPr>
        <p:spPr>
          <a:xfrm rot="10800000">
            <a:off x="1354137" y="1941512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7" name="Google Shape;177;p13"/>
          <p:cNvCxnSpPr/>
          <p:nvPr/>
        </p:nvCxnSpPr>
        <p:spPr>
          <a:xfrm rot="10800000">
            <a:off x="2725737" y="1958975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8" name="Google Shape;178;p13"/>
          <p:cNvCxnSpPr/>
          <p:nvPr/>
        </p:nvCxnSpPr>
        <p:spPr>
          <a:xfrm rot="5400000">
            <a:off x="2093912" y="1319212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9" name="Google Shape;179;p13"/>
          <p:cNvCxnSpPr/>
          <p:nvPr/>
        </p:nvCxnSpPr>
        <p:spPr>
          <a:xfrm rot="5400000">
            <a:off x="2108200" y="2536825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0" name="Google Shape;180;p13"/>
          <p:cNvSpPr txBox="1"/>
          <p:nvPr/>
        </p:nvSpPr>
        <p:spPr>
          <a:xfrm>
            <a:off x="4046537" y="1498600"/>
            <a:ext cx="931862" cy="931862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5402262" y="1522412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82" name="Google Shape;182;p13"/>
          <p:cNvCxnSpPr/>
          <p:nvPr/>
        </p:nvCxnSpPr>
        <p:spPr>
          <a:xfrm rot="10800000">
            <a:off x="3640137" y="1971675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83" name="Google Shape;183;p13"/>
          <p:cNvCxnSpPr/>
          <p:nvPr/>
        </p:nvCxnSpPr>
        <p:spPr>
          <a:xfrm rot="10800000">
            <a:off x="5011737" y="1987550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84" name="Google Shape;184;p13"/>
          <p:cNvCxnSpPr/>
          <p:nvPr/>
        </p:nvCxnSpPr>
        <p:spPr>
          <a:xfrm rot="5400000">
            <a:off x="4379912" y="1347787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85" name="Google Shape;185;p13"/>
          <p:cNvCxnSpPr/>
          <p:nvPr/>
        </p:nvCxnSpPr>
        <p:spPr>
          <a:xfrm rot="5400000">
            <a:off x="4394200" y="2565400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6" name="Google Shape;186;p13"/>
          <p:cNvSpPr txBox="1"/>
          <p:nvPr/>
        </p:nvSpPr>
        <p:spPr>
          <a:xfrm>
            <a:off x="6367462" y="1503362"/>
            <a:ext cx="930275" cy="931862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A6A6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7721600" y="1527175"/>
            <a:ext cx="508000" cy="931862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88" name="Google Shape;188;p13"/>
          <p:cNvCxnSpPr/>
          <p:nvPr/>
        </p:nvCxnSpPr>
        <p:spPr>
          <a:xfrm rot="10800000">
            <a:off x="5961062" y="1976437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89" name="Google Shape;189;p13"/>
          <p:cNvCxnSpPr/>
          <p:nvPr/>
        </p:nvCxnSpPr>
        <p:spPr>
          <a:xfrm rot="10800000">
            <a:off x="7332662" y="1992312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0" name="Google Shape;190;p13"/>
          <p:cNvCxnSpPr/>
          <p:nvPr/>
        </p:nvCxnSpPr>
        <p:spPr>
          <a:xfrm rot="5400000">
            <a:off x="6700837" y="1352550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1" name="Google Shape;191;p13"/>
          <p:cNvCxnSpPr/>
          <p:nvPr/>
        </p:nvCxnSpPr>
        <p:spPr>
          <a:xfrm rot="5400000">
            <a:off x="6715125" y="2570162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92" name="Google Shape;192;p13"/>
          <p:cNvSpPr txBox="1"/>
          <p:nvPr/>
        </p:nvSpPr>
        <p:spPr>
          <a:xfrm>
            <a:off x="220662" y="58737"/>
            <a:ext cx="342265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Bidirectional RNN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1746250" y="720725"/>
            <a:ext cx="931862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4032250" y="749300"/>
            <a:ext cx="931862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6353175" y="754062"/>
            <a:ext cx="930275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1781175" y="2686050"/>
            <a:ext cx="930275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4067175" y="2714625"/>
            <a:ext cx="930275" cy="46513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6386512" y="2719387"/>
            <a:ext cx="931862" cy="46672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9F9EA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1806575" y="3409950"/>
            <a:ext cx="931862" cy="558800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4064000" y="3419475"/>
            <a:ext cx="931862" cy="558800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6386512" y="3425825"/>
            <a:ext cx="931862" cy="558800"/>
          </a:xfrm>
          <a:prstGeom prst="rect">
            <a:avLst/>
          </a:prstGeom>
          <a:solidFill>
            <a:srgbClr val="E2E2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202" name="Google Shape;202;p13"/>
          <p:cNvCxnSpPr/>
          <p:nvPr/>
        </p:nvCxnSpPr>
        <p:spPr>
          <a:xfrm rot="-5400000">
            <a:off x="2133600" y="4127500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3" name="Google Shape;203;p13"/>
          <p:cNvCxnSpPr/>
          <p:nvPr/>
        </p:nvCxnSpPr>
        <p:spPr>
          <a:xfrm rot="-5400000">
            <a:off x="4419600" y="4156075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4" name="Google Shape;204;p13"/>
          <p:cNvCxnSpPr/>
          <p:nvPr/>
        </p:nvCxnSpPr>
        <p:spPr>
          <a:xfrm rot="-5400000">
            <a:off x="6740525" y="4160837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5" name="Google Shape;205;p13"/>
          <p:cNvCxnSpPr/>
          <p:nvPr/>
        </p:nvCxnSpPr>
        <p:spPr>
          <a:xfrm rot="5400000">
            <a:off x="2119312" y="3286125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6" name="Google Shape;206;p13"/>
          <p:cNvCxnSpPr/>
          <p:nvPr/>
        </p:nvCxnSpPr>
        <p:spPr>
          <a:xfrm rot="5400000">
            <a:off x="4404518" y="3315493"/>
            <a:ext cx="2714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7" name="Google Shape;207;p13"/>
          <p:cNvCxnSpPr/>
          <p:nvPr/>
        </p:nvCxnSpPr>
        <p:spPr>
          <a:xfrm rot="5400000">
            <a:off x="6726237" y="3321050"/>
            <a:ext cx="2698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8" name="Google Shape;208;p13"/>
          <p:cNvSpPr txBox="1"/>
          <p:nvPr/>
        </p:nvSpPr>
        <p:spPr>
          <a:xfrm>
            <a:off x="3136900" y="3179762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9" name="Google Shape;209;p13"/>
          <p:cNvSpPr txBox="1"/>
          <p:nvPr/>
        </p:nvSpPr>
        <p:spPr>
          <a:xfrm>
            <a:off x="5416550" y="3206750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7721600" y="3206750"/>
            <a:ext cx="508000" cy="931862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3000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211" name="Google Shape;211;p13"/>
          <p:cNvCxnSpPr/>
          <p:nvPr/>
        </p:nvCxnSpPr>
        <p:spPr>
          <a:xfrm>
            <a:off x="2725737" y="3656012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2" name="Google Shape;212;p13"/>
          <p:cNvCxnSpPr/>
          <p:nvPr/>
        </p:nvCxnSpPr>
        <p:spPr>
          <a:xfrm>
            <a:off x="5011737" y="3684587"/>
            <a:ext cx="390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3" name="Google Shape;213;p13"/>
          <p:cNvCxnSpPr/>
          <p:nvPr/>
        </p:nvCxnSpPr>
        <p:spPr>
          <a:xfrm>
            <a:off x="7332662" y="3689350"/>
            <a:ext cx="38893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4" name="Google Shape;214;p13"/>
          <p:cNvSpPr txBox="1"/>
          <p:nvPr/>
        </p:nvSpPr>
        <p:spPr>
          <a:xfrm>
            <a:off x="304800" y="3505200"/>
            <a:ext cx="13112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p=f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(y,z)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4876800" y="152400"/>
            <a:ext cx="156686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y,h=f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(x,h)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6553200" y="152400"/>
            <a:ext cx="17605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z,g = f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(g,x)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